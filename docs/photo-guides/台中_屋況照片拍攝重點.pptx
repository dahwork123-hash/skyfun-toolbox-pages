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99" autoAdjust="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24BA6-FD7F-435A-87F9-26376A851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51FC4F0-B8B2-49B1-A164-01D184321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27754B-434D-44EB-B3A4-7534A3FE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721B98-AD2C-4275-917C-723675EA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1535A5-7567-42D4-925C-551538E3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528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F351C6-0703-4E36-B148-9FBE5271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49AFF9-579A-4AB6-8FC8-77325F746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9E0BB2-9EA5-4FEC-ABF0-72A06AF7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15863B-54B6-4CB0-AE92-B2970E89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85A5E5-AFA5-434A-8954-7463F536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734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DB63D7-ECAB-4EC1-A27A-092F140E5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8FB534-58A0-413F-B3AD-50B71D923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9D0F7-1780-4A6A-81CB-81FB9040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1B944-CAB6-45E8-B2EA-2AC102BE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E56211-C7D6-4915-8F67-E760A197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432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E8C4C0-42F6-4C3D-A0A2-CAB2B8596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E5507F-3E89-4832-988A-453C31B5BF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E8C09C-DD52-402E-AC2A-D5FBF77F4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040650-377B-490F-B872-8C5139A59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E084C5-DC79-41A9-85A9-78547120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7358D5-CEFC-4BD7-956F-DD83A40D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643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773B98-8D60-440B-A1D6-18E31F08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112150-0EC0-478F-A1FA-612217295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495A78-8385-423C-B9A3-7A4E602A3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913F754-280B-4B27-9713-2A4CA36D8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84F9873-1369-4C38-8D21-5C27C84AA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85809C-A0D9-4117-AD5B-DC7C12C1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55B38D2-E9FE-48FB-A63B-7EF81E80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2027B12-607E-49E2-B213-355B5F49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0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4DCCBB-2A45-4D1D-A73C-6BF6E681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A87EB73-5679-44BA-A239-998CE0AD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D0B06DF-94BD-406A-9754-F07653DC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A3ABE3F-E1A3-4773-87E6-E6187CDA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02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8B0C53-8D4A-4961-BA87-92773EEC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0AE7A3-B150-494C-9AF8-FC77754E2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2F968B-4EB1-4F13-89F3-2FFB98C7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42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31C438-23F3-407F-AECC-99F56A91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0974D-48FD-40B4-BE48-F406052B7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929BA4-8964-453E-B85F-9FA830315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3A9ECC-41E4-4710-8F90-A309AE24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8F099F-00CB-4B2C-B7C4-D2A23263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FED607-5336-48CA-A8F2-223F81EF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05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09F5C3-21F4-4FEA-A75A-E81E007C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2D3A0F-9713-4356-9100-078F0CFF1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535592-A44C-4867-9ACE-F215B8D08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AC79FE-81A3-4132-A8D7-9AC2EDFA1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CFEBE4-2516-4110-B97A-0A14D37E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49A74D-AE23-4E7F-8211-CE687C8B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051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4811C-1AA5-485B-A751-792CB734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37DF03-A0CB-4B53-B82F-0B6E128CD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8E47C8-0A8D-4BF4-BA71-18A5DFF5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5406EE-C0D0-4E50-B93E-629DAEED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CE0CA0-3932-486D-9187-51922C1B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4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2FA401D-9C6B-4587-A92B-03899BE6D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55DF09-183C-45E5-841D-6D09291C6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C2177-04D2-4566-BAE7-6581EDB8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B18D10-6238-49E8-B809-4317AC70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1C704D-878D-469E-BD18-35F6B398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58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B084DD-0FDD-48B5-BC25-48762BD9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34A790-809B-45C6-BE96-509D96858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4C49D1-10AD-4B66-AF90-ECC335005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96B37-0D35-448F-83A0-549BCD1849CD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4D21DE-8E3D-41F1-9C42-1121347A5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4DC5F8-4064-4181-8039-49372E908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26F34-3ACC-4054-950B-A00DD124D2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10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45480C69-3644-4F31-9B35-70AFB22EC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753" y="1297726"/>
            <a:ext cx="3190503" cy="425304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4CB82DF-EDFF-484E-8BF8-7901FFEEE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1" y="1302478"/>
            <a:ext cx="3190503" cy="425304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521253A-E7B3-4C64-A05D-CDB5A9CDE4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295" y="1296237"/>
            <a:ext cx="3190503" cy="4253043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1018828" y="567734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熱水器完整外觀照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4296840" y="290939"/>
            <a:ext cx="3634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熱水器拍攝規則</a:t>
            </a:r>
            <a:r>
              <a:rPr lang="en-US" altLang="zh-TW" sz="2800" dirty="0"/>
              <a:t>(</a:t>
            </a:r>
            <a:r>
              <a:rPr lang="zh-TW" altLang="en-US" sz="2800" dirty="0"/>
              <a:t>戶外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0938B9-2E57-47FA-ACAB-0D8ED98D7AAB}"/>
              </a:ext>
            </a:extLst>
          </p:cNvPr>
          <p:cNvSpPr txBox="1"/>
          <p:nvPr/>
        </p:nvSpPr>
        <p:spPr>
          <a:xfrm>
            <a:off x="5096849" y="5659120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拿長的棍子戳向天空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證明是通風的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F7BE98-0170-4844-8D5B-86EE3D7994DE}"/>
              </a:ext>
            </a:extLst>
          </p:cNvPr>
          <p:cNvSpPr txBox="1"/>
          <p:nvPr/>
        </p:nvSpPr>
        <p:spPr>
          <a:xfrm>
            <a:off x="9195299" y="56800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熱水器標章近拍</a:t>
            </a:r>
          </a:p>
        </p:txBody>
      </p:sp>
    </p:spTree>
    <p:extLst>
      <p:ext uri="{BB962C8B-B14F-4D97-AF65-F5344CB8AC3E}">
        <p14:creationId xmlns:p14="http://schemas.microsoft.com/office/powerpoint/2010/main" val="429404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605994" y="502645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熱水器完整外觀照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4278835" y="276082"/>
            <a:ext cx="3634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熱水器拍攝規則</a:t>
            </a:r>
            <a:r>
              <a:rPr lang="en-US" altLang="zh-TW" sz="2800" dirty="0"/>
              <a:t>(</a:t>
            </a:r>
            <a:r>
              <a:rPr lang="zh-TW" altLang="en-US" sz="2800" dirty="0"/>
              <a:t>室內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0938B9-2E57-47FA-ACAB-0D8ED98D7AAB}"/>
              </a:ext>
            </a:extLst>
          </p:cNvPr>
          <p:cNvSpPr txBox="1"/>
          <p:nvPr/>
        </p:nvSpPr>
        <p:spPr>
          <a:xfrm>
            <a:off x="3477905" y="502645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完整呈現熱水器與強排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F7BE98-0170-4844-8D5B-86EE3D7994DE}"/>
              </a:ext>
            </a:extLst>
          </p:cNvPr>
          <p:cNvSpPr txBox="1"/>
          <p:nvPr/>
        </p:nvSpPr>
        <p:spPr>
          <a:xfrm>
            <a:off x="6419555" y="5026453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強制排氣管出口與天空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確定氣是排出去的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74E4528-FD9B-4BC3-9912-AAFC58CD8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179" y="1459904"/>
            <a:ext cx="2562562" cy="341829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4BB8122-AF03-43AD-A845-A6041E59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82" y="1468190"/>
            <a:ext cx="2562563" cy="341597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656A72C-978C-4E9E-98FF-56EB54278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76" y="1462215"/>
            <a:ext cx="2562562" cy="3418292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D5521FA3-9E76-4C8F-8426-2683AA3CBE90}"/>
              </a:ext>
            </a:extLst>
          </p:cNvPr>
          <p:cNvSpPr/>
          <p:nvPr/>
        </p:nvSpPr>
        <p:spPr>
          <a:xfrm>
            <a:off x="7631263" y="2271517"/>
            <a:ext cx="1159040" cy="11638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E0DFCAC-668F-4EF9-90CD-81CAD7517A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785" y="1468190"/>
            <a:ext cx="2564298" cy="3418292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0B8C8457-8487-442B-B311-7AC95FF77113}"/>
              </a:ext>
            </a:extLst>
          </p:cNvPr>
          <p:cNvSpPr txBox="1"/>
          <p:nvPr/>
        </p:nvSpPr>
        <p:spPr>
          <a:xfrm>
            <a:off x="9736687" y="502645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熱水器標章近拍</a:t>
            </a:r>
          </a:p>
        </p:txBody>
      </p:sp>
    </p:spTree>
    <p:extLst>
      <p:ext uri="{BB962C8B-B14F-4D97-AF65-F5344CB8AC3E}">
        <p14:creationId xmlns:p14="http://schemas.microsoft.com/office/powerpoint/2010/main" val="2671255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691333" y="5652084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蓮蓬頭、洗手台、馬桶</a:t>
            </a:r>
            <a:br>
              <a:rPr lang="en-US" altLang="zh-TW" dirty="0"/>
            </a:br>
            <a:r>
              <a:rPr lang="zh-TW" altLang="en-US" dirty="0"/>
              <a:t>可同時拍到就只需一張照片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4930187" y="28504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浴室拍攝規則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CB43357-CB73-48B1-A4C6-9B3380EE9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33" y="1761110"/>
            <a:ext cx="2847174" cy="37953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C6294DC-EBFF-4D5B-8CDD-82BCC37C29D3}"/>
              </a:ext>
            </a:extLst>
          </p:cNvPr>
          <p:cNvSpPr txBox="1"/>
          <p:nvPr/>
        </p:nvSpPr>
        <p:spPr>
          <a:xfrm>
            <a:off x="618565" y="1070682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狀況</a:t>
            </a:r>
            <a:r>
              <a:rPr lang="en-US" altLang="zh-TW" sz="2400" dirty="0">
                <a:solidFill>
                  <a:srgbClr val="FF0000"/>
                </a:solidFill>
              </a:rPr>
              <a:t>(1)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5FF7491-877A-4C3A-BAEC-02AEC41B7CE0}"/>
              </a:ext>
            </a:extLst>
          </p:cNvPr>
          <p:cNvSpPr txBox="1"/>
          <p:nvPr/>
        </p:nvSpPr>
        <p:spPr>
          <a:xfrm>
            <a:off x="5252229" y="1070682"/>
            <a:ext cx="1141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狀況</a:t>
            </a:r>
            <a:r>
              <a:rPr lang="en-US" altLang="zh-TW" sz="2400" dirty="0">
                <a:solidFill>
                  <a:srgbClr val="FF0000"/>
                </a:solidFill>
              </a:rPr>
              <a:t>(2)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EBF8F31-AC14-4C94-81E8-B6292C774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877" y="1761110"/>
            <a:ext cx="2847174" cy="37953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1283AA5-C59F-481B-88F0-8689FEBE9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162" y="1761110"/>
            <a:ext cx="2847174" cy="379537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5D5DB8F6-5F7F-4B84-A119-945B6E657B92}"/>
              </a:ext>
            </a:extLst>
          </p:cNvPr>
          <p:cNvSpPr txBox="1"/>
          <p:nvPr/>
        </p:nvSpPr>
        <p:spPr>
          <a:xfrm>
            <a:off x="5683692" y="5652084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無法同時看清蓮蓬頭、洗手台、馬桶，可各別分開拍。</a:t>
            </a:r>
          </a:p>
        </p:txBody>
      </p:sp>
    </p:spTree>
    <p:extLst>
      <p:ext uri="{BB962C8B-B14F-4D97-AF65-F5344CB8AC3E}">
        <p14:creationId xmlns:p14="http://schemas.microsoft.com/office/powerpoint/2010/main" val="75768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660242" y="4974086"/>
            <a:ext cx="28392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*圈起來的四個角不可切到</a:t>
            </a:r>
            <a:endParaRPr lang="en-US" altLang="zh-TW" dirty="0"/>
          </a:p>
          <a:p>
            <a:r>
              <a:rPr lang="zh-TW" altLang="en-US" dirty="0"/>
              <a:t>*入門處</a:t>
            </a:r>
            <a:r>
              <a:rPr lang="zh-TW" altLang="en-US" b="1" dirty="0">
                <a:solidFill>
                  <a:srgbClr val="FF0000"/>
                </a:solidFill>
              </a:rPr>
              <a:t>不能</a:t>
            </a:r>
            <a:r>
              <a:rPr lang="zh-TW" altLang="en-US" dirty="0"/>
              <a:t>有地墊</a:t>
            </a:r>
            <a:br>
              <a:rPr lang="en-US" altLang="zh-TW" dirty="0"/>
            </a:br>
            <a:r>
              <a:rPr lang="zh-TW" altLang="en-US" dirty="0"/>
              <a:t>  </a:t>
            </a:r>
            <a:r>
              <a:rPr lang="zh-TW" altLang="en-US" b="1" dirty="0">
                <a:solidFill>
                  <a:srgbClr val="FF0000"/>
                </a:solidFill>
              </a:rPr>
              <a:t>不可</a:t>
            </a:r>
            <a:r>
              <a:rPr lang="zh-TW" altLang="en-US" dirty="0"/>
              <a:t>擺放任何物品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4930187" y="285047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住家門口拍攝規則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F7BE98-0170-4844-8D5B-86EE3D7994DE}"/>
              </a:ext>
            </a:extLst>
          </p:cNvPr>
          <p:cNvSpPr txBox="1"/>
          <p:nvPr/>
        </p:nvSpPr>
        <p:spPr>
          <a:xfrm>
            <a:off x="3779372" y="406574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近照門牌，不能切到。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660BA53-50EF-47EF-A33F-9516DA4CB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372" y="1619224"/>
            <a:ext cx="3148889" cy="236219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E8B25A3D-3C71-4252-8B1A-2523DEF96426}"/>
              </a:ext>
            </a:extLst>
          </p:cNvPr>
          <p:cNvSpPr txBox="1"/>
          <p:nvPr/>
        </p:nvSpPr>
        <p:spPr>
          <a:xfrm>
            <a:off x="3728492" y="1027166"/>
            <a:ext cx="2988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門牌狀況</a:t>
            </a:r>
            <a:r>
              <a:rPr lang="en-US" altLang="zh-TW" sz="2400" dirty="0">
                <a:solidFill>
                  <a:srgbClr val="FF0000"/>
                </a:solidFill>
              </a:rPr>
              <a:t>(1)</a:t>
            </a:r>
            <a:r>
              <a:rPr lang="zh-TW" altLang="en-US" sz="2400" dirty="0">
                <a:solidFill>
                  <a:srgbClr val="FF0000"/>
                </a:solidFill>
              </a:rPr>
              <a:t>傳統門牌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F5DB01A-A758-4B4A-B649-100DF371BF3D}"/>
              </a:ext>
            </a:extLst>
          </p:cNvPr>
          <p:cNvSpPr txBox="1"/>
          <p:nvPr/>
        </p:nvSpPr>
        <p:spPr>
          <a:xfrm>
            <a:off x="7579663" y="1027166"/>
            <a:ext cx="2988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門牌狀況</a:t>
            </a:r>
            <a:r>
              <a:rPr lang="en-US" altLang="zh-TW" sz="2400" dirty="0">
                <a:solidFill>
                  <a:srgbClr val="FF0000"/>
                </a:solidFill>
              </a:rPr>
              <a:t>(2)</a:t>
            </a:r>
            <a:r>
              <a:rPr lang="zh-TW" altLang="en-US" sz="2400" dirty="0">
                <a:solidFill>
                  <a:srgbClr val="FF0000"/>
                </a:solidFill>
              </a:rPr>
              <a:t>藝術門牌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1175BA3A-B56D-4DD5-B9F8-B4095CE9A245}"/>
              </a:ext>
            </a:extLst>
          </p:cNvPr>
          <p:cNvGrpSpPr/>
          <p:nvPr/>
        </p:nvGrpSpPr>
        <p:grpSpPr>
          <a:xfrm>
            <a:off x="721227" y="1621467"/>
            <a:ext cx="2420471" cy="3155578"/>
            <a:chOff x="4676380" y="1652843"/>
            <a:chExt cx="2420471" cy="3155578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F09B6778-4EC9-46E1-A637-8B65EB9457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93" t="12322" r="5795" b="11675"/>
            <a:stretch/>
          </p:blipFill>
          <p:spPr>
            <a:xfrm>
              <a:off x="4676380" y="1652843"/>
              <a:ext cx="2420471" cy="3155578"/>
            </a:xfrm>
            <a:prstGeom prst="rect">
              <a:avLst/>
            </a:prstGeom>
          </p:spPr>
        </p:pic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67DBB796-57E5-4DBA-97C5-8BB20438F0B6}"/>
                </a:ext>
              </a:extLst>
            </p:cNvPr>
            <p:cNvSpPr/>
            <p:nvPr/>
          </p:nvSpPr>
          <p:spPr>
            <a:xfrm>
              <a:off x="5065057" y="1828800"/>
              <a:ext cx="466165" cy="4191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511FDFB6-585F-45DD-87DB-EDB8421E94B9}"/>
                </a:ext>
              </a:extLst>
            </p:cNvPr>
            <p:cNvSpPr/>
            <p:nvPr/>
          </p:nvSpPr>
          <p:spPr>
            <a:xfrm>
              <a:off x="6395227" y="1828800"/>
              <a:ext cx="466165" cy="4191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F3001F3B-C242-484B-8CA7-519D7EE6C40D}"/>
                </a:ext>
              </a:extLst>
            </p:cNvPr>
            <p:cNvSpPr/>
            <p:nvPr/>
          </p:nvSpPr>
          <p:spPr>
            <a:xfrm>
              <a:off x="5065058" y="4291040"/>
              <a:ext cx="466165" cy="4191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53EB786A-7F91-43B9-88AA-DD3DE0DDDDED}"/>
                </a:ext>
              </a:extLst>
            </p:cNvPr>
            <p:cNvSpPr/>
            <p:nvPr/>
          </p:nvSpPr>
          <p:spPr>
            <a:xfrm>
              <a:off x="6247206" y="4302054"/>
              <a:ext cx="466165" cy="4191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53BE064-B3FE-4558-BD38-A177887E3135}"/>
              </a:ext>
            </a:extLst>
          </p:cNvPr>
          <p:cNvSpPr txBox="1"/>
          <p:nvPr/>
        </p:nvSpPr>
        <p:spPr>
          <a:xfrm>
            <a:off x="648366" y="1027166"/>
            <a:ext cx="2217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入門處</a:t>
            </a: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rgbClr val="FF0000"/>
                </a:solidFill>
              </a:rPr>
              <a:t>開門拍</a:t>
            </a:r>
            <a:r>
              <a:rPr lang="en-US" altLang="zh-TW" sz="2400" dirty="0">
                <a:solidFill>
                  <a:srgbClr val="FF0000"/>
                </a:solidFill>
              </a:rPr>
              <a:t>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B38F75E-E3FA-4186-8921-64262B460E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5" t="33901" r="21698" b="39801"/>
          <a:stretch/>
        </p:blipFill>
        <p:spPr>
          <a:xfrm>
            <a:off x="7662964" y="1694329"/>
            <a:ext cx="1966672" cy="124476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11B5C75-356E-4EA9-9595-3F177F78C9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" t="27998" r="6858" b="23636"/>
          <a:stretch/>
        </p:blipFill>
        <p:spPr>
          <a:xfrm>
            <a:off x="7608097" y="3178002"/>
            <a:ext cx="2021539" cy="142326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3191086-F6AB-4B77-941E-8457ED23E8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7" t="6020" r="21126" b="7012"/>
          <a:stretch/>
        </p:blipFill>
        <p:spPr>
          <a:xfrm>
            <a:off x="9751926" y="1694329"/>
            <a:ext cx="2021538" cy="317315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16F7D47-4AA3-42D7-AA1E-33F640AA493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4" t="23471" r="21126" b="28152"/>
          <a:stretch/>
        </p:blipFill>
        <p:spPr>
          <a:xfrm>
            <a:off x="7608636" y="4840173"/>
            <a:ext cx="1465186" cy="1765088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1B9122-82BC-4482-A215-FA84F1A1FA87}"/>
              </a:ext>
            </a:extLst>
          </p:cNvPr>
          <p:cNvSpPr txBox="1"/>
          <p:nvPr/>
        </p:nvSpPr>
        <p:spPr>
          <a:xfrm>
            <a:off x="9285762" y="5297251"/>
            <a:ext cx="19752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門牌</a:t>
            </a:r>
            <a:br>
              <a:rPr lang="en-US" altLang="zh-TW" dirty="0"/>
            </a:br>
            <a:r>
              <a:rPr lang="en-US" altLang="zh-TW" dirty="0"/>
              <a:t>2.</a:t>
            </a:r>
            <a:r>
              <a:rPr lang="zh-TW" altLang="en-US" dirty="0"/>
              <a:t>信箱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社區外路名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社區外建物名稱</a:t>
            </a:r>
          </a:p>
        </p:txBody>
      </p:sp>
    </p:spTree>
    <p:extLst>
      <p:ext uri="{BB962C8B-B14F-4D97-AF65-F5344CB8AC3E}">
        <p14:creationId xmlns:p14="http://schemas.microsoft.com/office/powerpoint/2010/main" val="3439014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3233678" y="5905797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完整大門及建築外觀照，門口入有社區名可一併拍入。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4567376" y="319295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社區入口拍攝規則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B22038-F76C-43BF-AC78-B06B5A344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471" y="1559859"/>
            <a:ext cx="2992705" cy="398937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5814A7E-17E3-4E08-B422-60A5E5AD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166" y="1559858"/>
            <a:ext cx="2992706" cy="399027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F05E829-B325-47FF-925C-846129AB094A}"/>
              </a:ext>
            </a:extLst>
          </p:cNvPr>
          <p:cNvSpPr txBox="1"/>
          <p:nvPr/>
        </p:nvSpPr>
        <p:spPr>
          <a:xfrm>
            <a:off x="2653553" y="1018628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79614AB-42A1-459D-8740-7B78A4B56A10}"/>
              </a:ext>
            </a:extLst>
          </p:cNvPr>
          <p:cNvSpPr txBox="1"/>
          <p:nvPr/>
        </p:nvSpPr>
        <p:spPr>
          <a:xfrm>
            <a:off x="6445623" y="1018628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範例</a:t>
            </a:r>
            <a:r>
              <a:rPr lang="en-US" altLang="zh-TW" dirty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059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630104" y="3158859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雷標</a:t>
            </a:r>
            <a:r>
              <a:rPr lang="en-US" altLang="zh-TW" dirty="0"/>
              <a:t>(</a:t>
            </a:r>
            <a:r>
              <a:rPr lang="zh-TW" altLang="en-US" dirty="0"/>
              <a:t>所有字都要清楚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3974265" y="290939"/>
            <a:ext cx="4243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滅火器、偵煙器拍攝規則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0938B9-2E57-47FA-ACAB-0D8ED98D7AAB}"/>
              </a:ext>
            </a:extLst>
          </p:cNvPr>
          <p:cNvSpPr txBox="1"/>
          <p:nvPr/>
        </p:nvSpPr>
        <p:spPr>
          <a:xfrm>
            <a:off x="3316818" y="3123351"/>
            <a:ext cx="2634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有效期限超近照</a:t>
            </a:r>
            <a:r>
              <a:rPr lang="en-US" altLang="zh-TW" dirty="0"/>
              <a:t>(</a:t>
            </a:r>
            <a:r>
              <a:rPr lang="zh-TW" altLang="en-US" dirty="0"/>
              <a:t>含地址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及有效期限三年字樣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F7BE98-0170-4844-8D5B-86EE3D7994DE}"/>
              </a:ext>
            </a:extLst>
          </p:cNvPr>
          <p:cNvSpPr txBox="1"/>
          <p:nvPr/>
        </p:nvSpPr>
        <p:spPr>
          <a:xfrm>
            <a:off x="6234364" y="3158859"/>
            <a:ext cx="3095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滅火器在家中哪個位子</a:t>
            </a:r>
            <a:r>
              <a:rPr lang="en-US" altLang="zh-TW" dirty="0"/>
              <a:t>-</a:t>
            </a:r>
            <a:r>
              <a:rPr lang="zh-TW" altLang="en-US" dirty="0">
                <a:solidFill>
                  <a:srgbClr val="FF0000"/>
                </a:solidFill>
              </a:rPr>
              <a:t>遠照</a:t>
            </a:r>
            <a:br>
              <a:rPr lang="en-US" altLang="zh-TW" dirty="0"/>
            </a:br>
            <a:r>
              <a:rPr lang="zh-TW" altLang="en-US" dirty="0"/>
              <a:t>需要看的出來整個大環境。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843CC7D-FCB7-4D52-9620-67B9215189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60" b="13679"/>
          <a:stretch/>
        </p:blipFill>
        <p:spPr>
          <a:xfrm>
            <a:off x="364263" y="841904"/>
            <a:ext cx="2765032" cy="231695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A6B63B5-E2DF-4A22-B8C1-5B6084873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865" y="3825170"/>
            <a:ext cx="3429149" cy="26017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DFFBEEA-9622-4A8E-BF00-372F02113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66" y="3825170"/>
            <a:ext cx="2444898" cy="2601725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7B9CDBAD-064F-4A78-AF64-8355A51215C9}"/>
              </a:ext>
            </a:extLst>
          </p:cNvPr>
          <p:cNvSpPr txBox="1"/>
          <p:nvPr/>
        </p:nvSpPr>
        <p:spPr>
          <a:xfrm>
            <a:off x="3525890" y="6426895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偵煙器在家中哪個位子</a:t>
            </a:r>
            <a:r>
              <a:rPr lang="en-US" altLang="zh-TW" dirty="0"/>
              <a:t>-</a:t>
            </a:r>
            <a:r>
              <a:rPr lang="zh-TW" altLang="en-US" dirty="0">
                <a:solidFill>
                  <a:srgbClr val="FF0000"/>
                </a:solidFill>
              </a:rPr>
              <a:t>遠照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D3DC788-359E-42A9-A6CA-AE6AE544E6C5}"/>
              </a:ext>
            </a:extLst>
          </p:cNvPr>
          <p:cNvSpPr txBox="1"/>
          <p:nvPr/>
        </p:nvSpPr>
        <p:spPr>
          <a:xfrm>
            <a:off x="555932" y="6446875"/>
            <a:ext cx="2477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可看到雷標的</a:t>
            </a:r>
            <a:r>
              <a:rPr lang="zh-TW" altLang="en-US" dirty="0">
                <a:solidFill>
                  <a:srgbClr val="FF0000"/>
                </a:solidFill>
              </a:rPr>
              <a:t>近照</a:t>
            </a:r>
            <a:r>
              <a:rPr lang="zh-TW" altLang="en-US" dirty="0"/>
              <a:t>一張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A049445-C52C-4BAF-BCFB-5E4B8F400D71}"/>
              </a:ext>
            </a:extLst>
          </p:cNvPr>
          <p:cNvSpPr txBox="1"/>
          <p:nvPr/>
        </p:nvSpPr>
        <p:spPr>
          <a:xfrm>
            <a:off x="9426961" y="3158859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滅火器在家中</a:t>
            </a:r>
            <a:r>
              <a:rPr lang="en-US" altLang="zh-TW" dirty="0"/>
              <a:t>-</a:t>
            </a:r>
            <a:r>
              <a:rPr lang="zh-TW" altLang="en-US" dirty="0">
                <a:solidFill>
                  <a:srgbClr val="FF0000"/>
                </a:solidFill>
              </a:rPr>
              <a:t>近照</a:t>
            </a:r>
            <a:br>
              <a:rPr lang="en-US" altLang="zh-TW" dirty="0"/>
            </a:br>
            <a:r>
              <a:rPr lang="zh-TW" altLang="en-US" dirty="0"/>
              <a:t>需要拍到雷標及整個瓶身。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FB8A71-8197-49D3-BF78-6782E7A1308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4" t="19869" b="7451"/>
          <a:stretch/>
        </p:blipFill>
        <p:spPr>
          <a:xfrm>
            <a:off x="3617286" y="854119"/>
            <a:ext cx="2055552" cy="228921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FF26275-AD56-44D7-A374-46BA702450D1}"/>
              </a:ext>
            </a:extLst>
          </p:cNvPr>
          <p:cNvSpPr/>
          <p:nvPr/>
        </p:nvSpPr>
        <p:spPr>
          <a:xfrm>
            <a:off x="3696670" y="854119"/>
            <a:ext cx="678286" cy="21515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75E564-1978-4468-81F6-0D9BE061EDEC}"/>
              </a:ext>
            </a:extLst>
          </p:cNvPr>
          <p:cNvSpPr/>
          <p:nvPr/>
        </p:nvSpPr>
        <p:spPr>
          <a:xfrm>
            <a:off x="3635122" y="1499759"/>
            <a:ext cx="1556827" cy="21515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1C93B4-ACCB-4752-A975-225BACD95EFB}"/>
              </a:ext>
            </a:extLst>
          </p:cNvPr>
          <p:cNvSpPr/>
          <p:nvPr/>
        </p:nvSpPr>
        <p:spPr>
          <a:xfrm>
            <a:off x="3931434" y="2145400"/>
            <a:ext cx="1741404" cy="97795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148F9C5-3C33-4853-9CA4-60BAD53941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390" y="816522"/>
            <a:ext cx="1757149" cy="234233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939176F-CA3B-4E18-865F-3F09052CD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514" y="816522"/>
            <a:ext cx="1757150" cy="234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9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AC6D868-4937-48BA-A035-04CEC0DCE3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204" y="1831394"/>
            <a:ext cx="2898495" cy="3863787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873DD8E9-349A-4F29-B421-ABC4F11459AE}"/>
              </a:ext>
            </a:extLst>
          </p:cNvPr>
          <p:cNvSpPr txBox="1"/>
          <p:nvPr/>
        </p:nvSpPr>
        <p:spPr>
          <a:xfrm>
            <a:off x="880520" y="5833152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同張照片可呈現上下樓梯皆淨空</a:t>
            </a:r>
            <a:br>
              <a:rPr lang="en-US" altLang="zh-TW" dirty="0"/>
            </a:br>
            <a:r>
              <a:rPr lang="zh-TW" altLang="en-US" dirty="0"/>
              <a:t>這情況提供一張照片就可以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7C3606-C44D-4732-89AB-F347911B320D}"/>
              </a:ext>
            </a:extLst>
          </p:cNvPr>
          <p:cNvSpPr txBox="1"/>
          <p:nvPr/>
        </p:nvSpPr>
        <p:spPr>
          <a:xfrm>
            <a:off x="4296840" y="29093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逃生梯拍攝規則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50938B9-2E57-47FA-ACAB-0D8ED98D7AAB}"/>
              </a:ext>
            </a:extLst>
          </p:cNvPr>
          <p:cNvSpPr txBox="1"/>
          <p:nvPr/>
        </p:nvSpPr>
        <p:spPr>
          <a:xfrm>
            <a:off x="4269438" y="5201250"/>
            <a:ext cx="5229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or</a:t>
            </a:r>
            <a:endParaRPr lang="zh-TW" altLang="en-US" sz="3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6F7BE98-0170-4844-8D5B-86EE3D7994DE}"/>
              </a:ext>
            </a:extLst>
          </p:cNvPr>
          <p:cNvSpPr txBox="1"/>
          <p:nvPr/>
        </p:nvSpPr>
        <p:spPr>
          <a:xfrm>
            <a:off x="9150813" y="58662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往上拍一張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D6618B6-FFB3-481E-AD71-96AC111BACBB}"/>
              </a:ext>
            </a:extLst>
          </p:cNvPr>
          <p:cNvSpPr txBox="1"/>
          <p:nvPr/>
        </p:nvSpPr>
        <p:spPr>
          <a:xfrm>
            <a:off x="5935366" y="58508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往下拍一張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76B058A-C547-4FDB-81D2-2E6FEF211D2E}"/>
              </a:ext>
            </a:extLst>
          </p:cNvPr>
          <p:cNvSpPr txBox="1"/>
          <p:nvPr/>
        </p:nvSpPr>
        <p:spPr>
          <a:xfrm>
            <a:off x="959296" y="869761"/>
            <a:ext cx="59522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需含平台，樓梯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不得</a:t>
            </a:r>
            <a:r>
              <a:rPr lang="zh-TW" altLang="en-US" sz="2400" dirty="0">
                <a:solidFill>
                  <a:srgbClr val="FF0000"/>
                </a:solidFill>
              </a:rPr>
              <a:t>有任何物品</a:t>
            </a:r>
            <a:br>
              <a:rPr lang="en-US" altLang="zh-TW" sz="2400" dirty="0">
                <a:solidFill>
                  <a:srgbClr val="FF0000"/>
                </a:solidFill>
              </a:rPr>
            </a:b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rgbClr val="FF0000"/>
                </a:solidFill>
              </a:rPr>
              <a:t>若該層東西太多，可拍別層完全淨空的</a:t>
            </a:r>
            <a:r>
              <a:rPr lang="en-US" altLang="zh-TW" sz="2400" dirty="0">
                <a:solidFill>
                  <a:srgbClr val="FF0000"/>
                </a:solidFill>
              </a:rPr>
              <a:t>XD)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E3C7A7B-CA87-4FA3-85A7-C432A34C7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52" y="1831394"/>
            <a:ext cx="2898495" cy="3863787"/>
          </a:xfrm>
          <a:prstGeom prst="rect">
            <a:avLst/>
          </a:prstGeom>
        </p:spPr>
      </p:pic>
      <p:sp>
        <p:nvSpPr>
          <p:cNvPr id="14" name="AutoShape 2">
            <a:extLst>
              <a:ext uri="{FF2B5EF4-FFF2-40B4-BE49-F238E27FC236}">
                <a16:creationId xmlns:a16="http://schemas.microsoft.com/office/drawing/2014/main" id="{0A709857-27CB-4398-BA38-ADE29A0A43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4D9F182-0090-472C-920C-AF5D7977C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48" y="1833353"/>
            <a:ext cx="2883883" cy="384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AF710B4-0DB4-4796-B0A2-9D9748176655}"/>
              </a:ext>
            </a:extLst>
          </p:cNvPr>
          <p:cNvSpPr/>
          <p:nvPr/>
        </p:nvSpPr>
        <p:spPr>
          <a:xfrm>
            <a:off x="1006878" y="4365811"/>
            <a:ext cx="2973221" cy="1329370"/>
          </a:xfrm>
          <a:prstGeom prst="rect">
            <a:avLst/>
          </a:prstGeom>
          <a:noFill/>
          <a:ln w="762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0092A8C-45DB-4755-ABCF-3787AF34EAD4}"/>
              </a:ext>
            </a:extLst>
          </p:cNvPr>
          <p:cNvSpPr txBox="1"/>
          <p:nvPr/>
        </p:nvSpPr>
        <p:spPr>
          <a:xfrm>
            <a:off x="1939490" y="4845830"/>
            <a:ext cx="110799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需含平台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7AA855-0D54-483E-B869-B2213CE698DD}"/>
              </a:ext>
            </a:extLst>
          </p:cNvPr>
          <p:cNvSpPr txBox="1"/>
          <p:nvPr/>
        </p:nvSpPr>
        <p:spPr>
          <a:xfrm>
            <a:off x="7061363" y="6211669"/>
            <a:ext cx="2592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要有明顯上、下階梯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74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359</Words>
  <Application>Microsoft Office PowerPoint</Application>
  <PresentationFormat>寬螢幕</PresentationFormat>
  <Paragraphs>44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24</cp:revision>
  <dcterms:created xsi:type="dcterms:W3CDTF">2025-04-21T02:13:42Z</dcterms:created>
  <dcterms:modified xsi:type="dcterms:W3CDTF">2026-05-20T08:53:06Z</dcterms:modified>
</cp:coreProperties>
</file>