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59" r:id="rId4"/>
    <p:sldId id="262" r:id="rId5"/>
    <p:sldId id="263" r:id="rId6"/>
    <p:sldId id="256" r:id="rId7"/>
    <p:sldId id="257" r:id="rId8"/>
    <p:sldId id="258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7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C2F861-3C73-ED23-7460-E81046B0B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031A22A-1CDA-F68F-9FA2-57C64E7B1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E3C425-5A1E-198A-7056-5DCC95DC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CE2031-F2E4-F469-010F-1182C2AA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F878B1-5CA7-FF3A-B62B-73DD5554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0701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D7A8F3-3EDC-0F20-7B49-DD6B9A5F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10753E-BDEF-1E9B-442C-2CE7D3459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1AAD86-4835-688B-29AD-9E5DF946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B8781B-03D3-5A39-C204-E80245528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948D1D-13AF-9200-5525-FBA70B2F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0863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ACCAB0-0502-0961-ECAE-12A7C90C8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52E2B5-EA8D-3D89-6BC6-50318B5E4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694CF0-9532-686B-7D93-8E92B4EC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327B64-BCEB-1C17-13EB-E5B22FFD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4FE846-494F-783A-B943-8F29C9FC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188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AAEFA-CC13-2CF3-1D95-86264A8B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7DD5C0-A0DF-05CA-EDDA-115AD2397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E9A202D-7171-4A1E-215A-DDE04A913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A2C0E2-D26B-2D9B-53EE-5E78D101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7B90108-7DD3-C377-D113-74C837F3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25B804-0420-5C9B-7B04-3FEC3E39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6719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4C6875-C4B5-1AC3-DDB8-06BB0CEFE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A6727E-2C13-CFBA-B41F-7441B42C1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AC5F407-032B-BF43-C65A-DA3E0786A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812C458-2895-EA39-9873-E964F7261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1C937D1-CBEF-3C7A-7A70-F945A78989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CAF6DD3-C6B0-54A4-25EF-DCB3E0AA8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81107F1-BA4A-4ADF-AF97-270E2306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12D4C93-2686-7597-B458-CA892E6D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08091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86E0F0-3B0F-A27D-5494-F586B068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5432305-5DAA-F203-F73D-2D88D7FF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0EDD05D-C677-A7CA-CB3D-71001B901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9984F1-3C92-EA2C-9E9A-7019BE59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971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F9940C5-4921-6A3D-7B9F-ABC06809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5521598-38BA-BE15-EA05-2452595E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2B083F-D5C5-B0F2-29A1-C958895D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340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2E618B-A613-4C3C-8922-51DABA26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ADDAEE-91E8-D190-B91F-03EAAFC94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077B67D-A026-1630-096E-3AE0C3A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426D07-C122-7188-B742-B44C76A5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24EF5D-2FCF-024F-18A6-57EE44234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2C9C3E-4E8F-0234-BBC4-0ED41E48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05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F3EE6E-A85A-BF70-C928-A95F0EDFB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4416C0B-7454-6512-0E69-AFBEE30B3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C10A529-E5F7-F068-7CFE-AEB8B1D95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8E2C76-5F34-F8A5-B755-1CE89705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3FB3F60-F880-F497-3776-CDB37D8A4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3F914C-87C0-A853-7AC3-3B361C0C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683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90BCA0-EC6C-9BFB-FB8D-2A8CEB955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21A1502-6EEE-DAB1-3FFF-A4465A18E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995CC2-1FEA-EE1F-A0DB-2E1E8E53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3C9D58-948C-5095-0276-D5898DE9B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B42F9E-8F0D-3400-05D7-21DD312F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5983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169333-FBFE-CABB-F6E8-E25151BBC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0C87F1C-6DF7-57F7-57EA-7B260B5B1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C69988-C455-DC01-160C-14D54241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77A39D-D5AE-AE85-34DE-06F9B80F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5FA59D-F502-370F-3537-F37A0D8E5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3910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C90A2A1-49BE-D200-C39C-E8A87883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FA98E5-DC82-C241-6073-2165B7D30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5B801B-70A2-F996-1832-F47634988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7080D-B1C2-C645-916A-F3471CC47C53}" type="datetimeFigureOut">
              <a:rPr kumimoji="1" lang="zh-TW" altLang="en-US" smtClean="0"/>
              <a:t>2026/5/16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C790F5-60FC-2959-A00B-086CED67B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9DD9A6-2020-1A66-CA96-7D638FC9E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9CD93-DDA4-5B41-A189-C3DD14B59A3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2371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15965B6-B7C8-48F2-AC7E-064952DCF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82382" y="276007"/>
            <a:ext cx="5827236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/>
              <a:t>大門口與門牌拍攝規則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2B5A825-7BF3-4343-BCFB-132E015C1A35}"/>
              </a:ext>
            </a:extLst>
          </p:cNvPr>
          <p:cNvSpPr txBox="1"/>
          <p:nvPr/>
        </p:nvSpPr>
        <p:spPr>
          <a:xfrm>
            <a:off x="1943101" y="6138794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以廣角拍攝大門口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97D0844-3F34-45FD-B1E2-3A3CB5CDC0B4}"/>
              </a:ext>
            </a:extLst>
          </p:cNvPr>
          <p:cNvSpPr txBox="1"/>
          <p:nvPr/>
        </p:nvSpPr>
        <p:spPr>
          <a:xfrm>
            <a:off x="5438775" y="5584796"/>
            <a:ext cx="2619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清楚拍攝門牌勿太遠</a:t>
            </a:r>
            <a:r>
              <a:rPr lang="en-US" altLang="zh-TW" dirty="0"/>
              <a:t>,</a:t>
            </a:r>
            <a:r>
              <a:rPr lang="zh-TW" altLang="en-US" dirty="0"/>
              <a:t>已看得清楚門牌字體清晰為主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740559F-C0A7-4C59-BBC1-CCCDB7C6D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129" y="1267972"/>
            <a:ext cx="2571174" cy="458257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B2FD832-C47F-48CB-BEBF-4940B2FB7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760" y="1600495"/>
            <a:ext cx="2080440" cy="364267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6402EDDE-9E1A-46D3-B80C-8C849A13B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336" y="1554771"/>
            <a:ext cx="2208813" cy="3688400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1B38DEC6-56D6-4B9C-9F70-EAB1A7570755}"/>
              </a:ext>
            </a:extLst>
          </p:cNvPr>
          <p:cNvSpPr txBox="1"/>
          <p:nvPr/>
        </p:nvSpPr>
        <p:spPr>
          <a:xfrm>
            <a:off x="8516336" y="558479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如果沒有門牌或是藝術門牌</a:t>
            </a:r>
            <a:r>
              <a:rPr lang="en-US" altLang="zh-TW" dirty="0"/>
              <a:t>,</a:t>
            </a:r>
            <a:r>
              <a:rPr lang="zh-TW" altLang="en-US" dirty="0"/>
              <a:t>務必要拍信箱</a:t>
            </a:r>
          </a:p>
        </p:txBody>
      </p:sp>
    </p:spTree>
    <p:extLst>
      <p:ext uri="{BB962C8B-B14F-4D97-AF65-F5344CB8AC3E}">
        <p14:creationId xmlns:p14="http://schemas.microsoft.com/office/powerpoint/2010/main" val="1828024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FCD1AE-B8B6-4575-8613-E9B97FDE3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/>
              <a:t>出入口及樓梯拍攝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607355A-C6A0-49CC-B928-E3AC8E7A5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5292"/>
            <a:ext cx="2657566" cy="465798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6463897-2932-411D-865E-461E1F542EF4}"/>
              </a:ext>
            </a:extLst>
          </p:cNvPr>
          <p:cNvSpPr txBox="1"/>
          <p:nvPr/>
        </p:nvSpPr>
        <p:spPr>
          <a:xfrm>
            <a:off x="85725" y="6157115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出入口切記不能有雜物、地毯、鞋櫃</a:t>
            </a:r>
            <a:r>
              <a:rPr lang="en-US" altLang="zh-TW" dirty="0"/>
              <a:t>,</a:t>
            </a:r>
            <a:r>
              <a:rPr lang="zh-TW" altLang="en-US" dirty="0"/>
              <a:t>如周遭有需移開在拍攝</a:t>
            </a:r>
            <a:r>
              <a:rPr lang="en-US" altLang="zh-TW" dirty="0"/>
              <a:t>,</a:t>
            </a:r>
            <a:r>
              <a:rPr lang="zh-TW" altLang="en-US" dirty="0"/>
              <a:t>並且以</a:t>
            </a:r>
            <a:r>
              <a:rPr lang="zh-TW" altLang="en-US" dirty="0">
                <a:solidFill>
                  <a:srgbClr val="FF0000"/>
                </a:solidFill>
              </a:rPr>
              <a:t>廣角拍攝</a:t>
            </a:r>
            <a:r>
              <a:rPr lang="zh-TW" altLang="en-US" dirty="0"/>
              <a:t>出紅色框框要有足夠的地板面積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DF3BE52-7572-4BFE-A7D7-4125BB92D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2211793" cy="399120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A5D032B-7871-44D7-AA70-48980B55A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706" y="1690688"/>
            <a:ext cx="2211794" cy="3961422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81205E5-5A61-441A-B4AB-4DD88DD8C6A5}"/>
              </a:ext>
            </a:extLst>
          </p:cNvPr>
          <p:cNvSpPr txBox="1"/>
          <p:nvPr/>
        </p:nvSpPr>
        <p:spPr>
          <a:xfrm>
            <a:off x="6318886" y="5880116"/>
            <a:ext cx="5139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拍攝樓梯重點以</a:t>
            </a:r>
            <a:r>
              <a:rPr lang="zh-TW" altLang="en-US" dirty="0">
                <a:solidFill>
                  <a:srgbClr val="FF0000"/>
                </a:solidFill>
              </a:rPr>
              <a:t>廣角拍攝</a:t>
            </a:r>
            <a:r>
              <a:rPr lang="en-US" altLang="zh-TW" dirty="0"/>
              <a:t>,</a:t>
            </a:r>
            <a:r>
              <a:rPr lang="zh-TW" altLang="en-US" dirty="0"/>
              <a:t>確實有紅色框框足夠的地板面積</a:t>
            </a:r>
            <a:r>
              <a:rPr lang="en-US" altLang="zh-TW" dirty="0"/>
              <a:t>,</a:t>
            </a:r>
            <a:r>
              <a:rPr lang="zh-TW" altLang="en-US" dirty="0"/>
              <a:t>且照片裡頭不能有任何的雜物</a:t>
            </a:r>
            <a:r>
              <a:rPr lang="en-US" altLang="zh-TW" dirty="0"/>
              <a:t>,</a:t>
            </a:r>
            <a:r>
              <a:rPr lang="zh-TW" altLang="en-US" dirty="0"/>
              <a:t>如有須移走在拍攝</a:t>
            </a:r>
          </a:p>
        </p:txBody>
      </p:sp>
    </p:spTree>
    <p:extLst>
      <p:ext uri="{BB962C8B-B14F-4D97-AF65-F5344CB8AC3E}">
        <p14:creationId xmlns:p14="http://schemas.microsoft.com/office/powerpoint/2010/main" val="3920941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4F2CC0-EAF4-A037-8248-0AFD4E264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95"/>
            <a:ext cx="10515600" cy="900689"/>
          </a:xfrm>
        </p:spPr>
        <p:txBody>
          <a:bodyPr/>
          <a:lstStyle/>
          <a:p>
            <a:pPr algn="ctr"/>
            <a:r>
              <a:rPr kumimoji="1" lang="zh-TW" altLang="en-US" dirty="0"/>
              <a:t>衛浴拍攝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1A3A06FD-F8D1-A305-363B-F10FE1348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00" y="2171700"/>
            <a:ext cx="5646147" cy="316735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35F8A73-C8BB-357F-60AE-647325374332}"/>
              </a:ext>
            </a:extLst>
          </p:cNvPr>
          <p:cNvSpPr txBox="1"/>
          <p:nvPr/>
        </p:nvSpPr>
        <p:spPr>
          <a:xfrm>
            <a:off x="635000" y="5664200"/>
            <a:ext cx="576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拍攝重點</a:t>
            </a:r>
            <a:r>
              <a:rPr kumimoji="1" lang="en-US" altLang="zh-TW" dirty="0"/>
              <a:t>3</a:t>
            </a:r>
            <a:r>
              <a:rPr kumimoji="1" lang="zh-TW" altLang="en-US" dirty="0"/>
              <a:t>寶：馬桶 洗手台 淋浴蓮蓬頭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2713C7C-4ED7-5402-0B64-B6095A60B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67" y="1590963"/>
            <a:ext cx="2112361" cy="374808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74BEB42-C505-407A-B576-58EA5F778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8361" y="1627789"/>
            <a:ext cx="2133785" cy="3711262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3BFD51CB-6572-4CA4-9120-060D3BBE9A0A}"/>
              </a:ext>
            </a:extLst>
          </p:cNvPr>
          <p:cNvSpPr txBox="1"/>
          <p:nvPr/>
        </p:nvSpPr>
        <p:spPr>
          <a:xfrm>
            <a:off x="7503787" y="5541760"/>
            <a:ext cx="4209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無法同時看清蓮蓬頭、洗手台、馬桶，可各別分開拍。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864DEC-AF66-4BF2-BDB8-3E85E39EF470}"/>
              </a:ext>
            </a:extLst>
          </p:cNvPr>
          <p:cNvSpPr txBox="1"/>
          <p:nvPr/>
        </p:nvSpPr>
        <p:spPr>
          <a:xfrm>
            <a:off x="7214988" y="1057284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狀況</a:t>
            </a:r>
            <a:r>
              <a:rPr lang="en-US" altLang="zh-TW" sz="2400" dirty="0">
                <a:solidFill>
                  <a:srgbClr val="FF0000"/>
                </a:solidFill>
              </a:rPr>
              <a:t>(2)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4DEC953-10C2-49B2-8836-C4A1B5DC1A1B}"/>
              </a:ext>
            </a:extLst>
          </p:cNvPr>
          <p:cNvSpPr txBox="1"/>
          <p:nvPr/>
        </p:nvSpPr>
        <p:spPr>
          <a:xfrm>
            <a:off x="127000" y="1547460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狀況</a:t>
            </a:r>
            <a:r>
              <a:rPr lang="en-US" altLang="zh-TW" sz="2400" dirty="0">
                <a:solidFill>
                  <a:srgbClr val="FF0000"/>
                </a:solidFill>
              </a:rPr>
              <a:t>(1)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65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E2B080-BDC5-4664-8F07-F02E9AD6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" y="-11485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/>
              <a:t>偵煙器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CCD15A7-7D88-4ED2-9FB2-78B248FF6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406" y="1700001"/>
            <a:ext cx="2369078" cy="420073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0779955-FCF1-43EB-A4FB-699B68F5A368}"/>
              </a:ext>
            </a:extLst>
          </p:cNvPr>
          <p:cNvSpPr txBox="1"/>
          <p:nvPr/>
        </p:nvSpPr>
        <p:spPr>
          <a:xfrm>
            <a:off x="838200" y="6038850"/>
            <a:ext cx="1857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近照須清楚看到銀標貼紙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EA015E6-D11A-485C-87FC-660322F46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00001"/>
            <a:ext cx="2457450" cy="4254296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1EB3B005-8EE9-4E55-A327-D70DC6A01802}"/>
              </a:ext>
            </a:extLst>
          </p:cNvPr>
          <p:cNvSpPr txBox="1"/>
          <p:nvPr/>
        </p:nvSpPr>
        <p:spPr>
          <a:xfrm>
            <a:off x="3621406" y="6038850"/>
            <a:ext cx="2369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遠照需以廣角拍攝可以看到周圍環境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EC98FFD0-62A6-4D82-9DDA-B3E21AC35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100" y="1476807"/>
            <a:ext cx="4086225" cy="4729896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25B4CCC6-8D7D-4636-98A1-07D67E23FAC2}"/>
              </a:ext>
            </a:extLst>
          </p:cNvPr>
          <p:cNvSpPr txBox="1"/>
          <p:nvPr/>
        </p:nvSpPr>
        <p:spPr>
          <a:xfrm>
            <a:off x="7353300" y="6362015"/>
            <a:ext cx="428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r>
              <a:rPr lang="zh-TW" altLang="en-US" dirty="0"/>
              <a:t>種安裝方式依現場情況則依安裝即可</a:t>
            </a:r>
          </a:p>
        </p:txBody>
      </p:sp>
    </p:spTree>
    <p:extLst>
      <p:ext uri="{BB962C8B-B14F-4D97-AF65-F5344CB8AC3E}">
        <p14:creationId xmlns:p14="http://schemas.microsoft.com/office/powerpoint/2010/main" val="100335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EED96A-1095-4801-9E9F-098B35DB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/>
              <a:t>滅火器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A9F926C-D3DF-4B08-A623-5CC498D58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851" y="1447797"/>
            <a:ext cx="2413723" cy="42799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5650122-74AB-4F53-959A-1FE6F6BAA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796" y="1447797"/>
            <a:ext cx="3543607" cy="365791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5E16621E-D595-4470-BC67-1EFF7809B016}"/>
              </a:ext>
            </a:extLst>
          </p:cNvPr>
          <p:cNvSpPr txBox="1"/>
          <p:nvPr/>
        </p:nvSpPr>
        <p:spPr>
          <a:xfrm>
            <a:off x="221722" y="4572000"/>
            <a:ext cx="463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滅火器證號銀標文字需清晰可見</a:t>
            </a:r>
            <a:r>
              <a:rPr lang="en-US" altLang="zh-TW" dirty="0"/>
              <a:t>,</a:t>
            </a:r>
            <a:r>
              <a:rPr lang="zh-TW" altLang="en-US" dirty="0"/>
              <a:t>勿模糊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813C95D-0A43-4C46-8270-EC3B236F2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22" y="1510794"/>
            <a:ext cx="4473581" cy="2823586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272ACA4C-8D84-4BC2-85AE-C41A439B53DC}"/>
              </a:ext>
            </a:extLst>
          </p:cNvPr>
          <p:cNvSpPr txBox="1"/>
          <p:nvPr/>
        </p:nvSpPr>
        <p:spPr>
          <a:xfrm>
            <a:off x="5038647" y="5266032"/>
            <a:ext cx="3333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滅火器地址需寫在有效期期旁邊</a:t>
            </a:r>
            <a:r>
              <a:rPr lang="en-US" altLang="zh-TW" dirty="0"/>
              <a:t>,</a:t>
            </a:r>
            <a:r>
              <a:rPr lang="zh-TW" altLang="en-US" dirty="0"/>
              <a:t>拍照時需讓效期與地址可同時看到</a:t>
            </a:r>
            <a:r>
              <a:rPr lang="en-US" altLang="zh-TW" dirty="0"/>
              <a:t>,</a:t>
            </a:r>
            <a:r>
              <a:rPr lang="zh-TW" altLang="en-US" dirty="0"/>
              <a:t>文字需清晰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6F4D9DC-5F12-487B-B360-2BD367AA258D}"/>
              </a:ext>
            </a:extLst>
          </p:cNvPr>
          <p:cNvSpPr txBox="1"/>
          <p:nvPr/>
        </p:nvSpPr>
        <p:spPr>
          <a:xfrm>
            <a:off x="8544712" y="59436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擺放滅火器需在室內以廣角拍攝</a:t>
            </a:r>
            <a:r>
              <a:rPr lang="en-US" altLang="zh-TW" dirty="0"/>
              <a:t>,</a:t>
            </a:r>
            <a:r>
              <a:rPr lang="zh-TW" altLang="en-US" dirty="0"/>
              <a:t>可看到周遭環境</a:t>
            </a:r>
            <a:r>
              <a:rPr lang="en-US" altLang="zh-TW" dirty="0"/>
              <a:t>,</a:t>
            </a:r>
            <a:r>
              <a:rPr lang="zh-TW" altLang="en-US" dirty="0">
                <a:solidFill>
                  <a:srgbClr val="FF0000"/>
                </a:solidFill>
              </a:rPr>
              <a:t>勿放置在廚房、陽台</a:t>
            </a:r>
          </a:p>
        </p:txBody>
      </p:sp>
    </p:spTree>
    <p:extLst>
      <p:ext uri="{BB962C8B-B14F-4D97-AF65-F5344CB8AC3E}">
        <p14:creationId xmlns:p14="http://schemas.microsoft.com/office/powerpoint/2010/main" val="413733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58160B-1A18-6E3C-E356-D6B2D13BF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67179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熱水器（電熱水器）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BC03B0A-0151-2609-8012-3A361AA88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8700" y="6248400"/>
            <a:ext cx="3467100" cy="520700"/>
          </a:xfrm>
        </p:spPr>
        <p:txBody>
          <a:bodyPr/>
          <a:lstStyle/>
          <a:p>
            <a:r>
              <a:rPr kumimoji="1" lang="zh-TW" altLang="en-US" dirty="0"/>
              <a:t>一張近照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DF53825-8827-27E7-1BA7-F8A796261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00" y="1455867"/>
            <a:ext cx="3467100" cy="46482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1238F89-3463-3A2C-5169-D8F576C69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350" y="1468567"/>
            <a:ext cx="3467100" cy="46355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10192B3-9003-ADD6-890B-F2452D908E4F}"/>
              </a:ext>
            </a:extLst>
          </p:cNvPr>
          <p:cNvSpPr txBox="1"/>
          <p:nvPr/>
        </p:nvSpPr>
        <p:spPr>
          <a:xfrm>
            <a:off x="7353300" y="6248400"/>
            <a:ext cx="305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一張遠照可看到周圍環境</a:t>
            </a:r>
          </a:p>
        </p:txBody>
      </p:sp>
    </p:spTree>
    <p:extLst>
      <p:ext uri="{BB962C8B-B14F-4D97-AF65-F5344CB8AC3E}">
        <p14:creationId xmlns:p14="http://schemas.microsoft.com/office/powerpoint/2010/main" val="1419593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C3A79E-BFFB-200B-FE88-5B0AD63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111"/>
            <a:ext cx="10515600" cy="943304"/>
          </a:xfrm>
        </p:spPr>
        <p:txBody>
          <a:bodyPr/>
          <a:lstStyle/>
          <a:p>
            <a:pPr algn="ctr"/>
            <a:r>
              <a:rPr kumimoji="1" lang="zh-TW" altLang="en-US" dirty="0"/>
              <a:t>熱水器（室內）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468E5E-B316-FD69-C72D-98B962CA9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00" y="1527099"/>
            <a:ext cx="3403600" cy="4546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F1E40A9-D942-9128-3253-E50AB7CF2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900" y="1249605"/>
            <a:ext cx="2717800" cy="482409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10E0383-F832-D6B9-F08D-DF37609E9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1249604"/>
            <a:ext cx="2717800" cy="482409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6116494-7944-F147-6ED0-4ED81327E21E}"/>
              </a:ext>
            </a:extLst>
          </p:cNvPr>
          <p:cNvSpPr txBox="1"/>
          <p:nvPr/>
        </p:nvSpPr>
        <p:spPr>
          <a:xfrm>
            <a:off x="-158550" y="6211669"/>
            <a:ext cx="433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一張熱水器近照</a:t>
            </a:r>
            <a:endParaRPr kumimoji="1" lang="en-US" altLang="zh-TW" dirty="0"/>
          </a:p>
          <a:p>
            <a:pPr algn="ctr"/>
            <a:r>
              <a:rPr kumimoji="1" lang="zh-TW" altLang="en-US" dirty="0"/>
              <a:t>能清楚看到熱水器正面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00D3DED-69FB-E7A5-E93A-D693F1A0CC47}"/>
              </a:ext>
            </a:extLst>
          </p:cNvPr>
          <p:cNvSpPr txBox="1"/>
          <p:nvPr/>
        </p:nvSpPr>
        <p:spPr>
          <a:xfrm>
            <a:off x="4375300" y="6308209"/>
            <a:ext cx="37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一張遠照可以看到熱水器與強排管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09DE9A7-65DD-EF04-7BF7-BA258AB44D07}"/>
              </a:ext>
            </a:extLst>
          </p:cNvPr>
          <p:cNvSpPr txBox="1"/>
          <p:nvPr/>
        </p:nvSpPr>
        <p:spPr>
          <a:xfrm>
            <a:off x="8763000" y="6195278"/>
            <a:ext cx="3009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一張出口照</a:t>
            </a:r>
            <a:r>
              <a:rPr kumimoji="1" lang="en-US" altLang="zh-TW" dirty="0"/>
              <a:t>,</a:t>
            </a:r>
            <a:r>
              <a:rPr kumimoji="1" lang="zh-TW" altLang="en-US" dirty="0"/>
              <a:t>要</a:t>
            </a:r>
            <a:r>
              <a:rPr kumimoji="1" lang="zh-TW" altLang="en-US" dirty="0">
                <a:solidFill>
                  <a:srgbClr val="FF0000"/>
                </a:solidFill>
              </a:rPr>
              <a:t>能夠拍到管子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ctr"/>
            <a:r>
              <a:rPr kumimoji="1" lang="zh-TW" altLang="en-US" dirty="0">
                <a:solidFill>
                  <a:srgbClr val="FF0000"/>
                </a:solidFill>
              </a:rPr>
              <a:t>由室內延伸到室外的出口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624057-7F3D-2095-6FFB-BCBA3FCFA67C}"/>
              </a:ext>
            </a:extLst>
          </p:cNvPr>
          <p:cNvSpPr/>
          <p:nvPr/>
        </p:nvSpPr>
        <p:spPr>
          <a:xfrm>
            <a:off x="8890000" y="2057400"/>
            <a:ext cx="2044700" cy="137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302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DDBF30-237F-A781-56B7-C09970A26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5"/>
            <a:ext cx="10515600" cy="1325563"/>
          </a:xfrm>
        </p:spPr>
        <p:txBody>
          <a:bodyPr/>
          <a:lstStyle/>
          <a:p>
            <a:pPr algn="ctr"/>
            <a:r>
              <a:rPr kumimoji="1" lang="zh-TW" altLang="en-US" dirty="0"/>
              <a:t>熱水器（室外）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D779AF4-77F5-2AE0-AF6D-C2E598EF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645" y="1587500"/>
            <a:ext cx="7460155" cy="420528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3F4665C-AA33-12D9-2E17-2D34EA1D5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587500"/>
            <a:ext cx="2354421" cy="418465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56641F7-409B-8CF5-8DD1-35D86BDD0DBD}"/>
              </a:ext>
            </a:extLst>
          </p:cNvPr>
          <p:cNvSpPr txBox="1"/>
          <p:nvPr/>
        </p:nvSpPr>
        <p:spPr>
          <a:xfrm>
            <a:off x="278685" y="5962650"/>
            <a:ext cx="2520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一張正面照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2FA4DD0-8BA0-B69C-FC8E-5153E18D5640}"/>
              </a:ext>
            </a:extLst>
          </p:cNvPr>
          <p:cNvSpPr txBox="1"/>
          <p:nvPr/>
        </p:nvSpPr>
        <p:spPr>
          <a:xfrm>
            <a:off x="4679950" y="5962650"/>
            <a:ext cx="607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一張遠照要拍到熱水器和戶外的環境</a:t>
            </a:r>
            <a:r>
              <a:rPr kumimoji="1" lang="en-US" altLang="zh-TW" dirty="0"/>
              <a:t>,</a:t>
            </a:r>
            <a:r>
              <a:rPr kumimoji="1" lang="zh-TW" altLang="en-US" dirty="0">
                <a:solidFill>
                  <a:srgbClr val="FF0000"/>
                </a:solidFill>
              </a:rPr>
              <a:t>並且拿一根棍子</a:t>
            </a:r>
            <a:r>
              <a:rPr kumimoji="1" lang="en-US" altLang="zh-TW" dirty="0"/>
              <a:t>,</a:t>
            </a:r>
            <a:r>
              <a:rPr kumimoji="1" lang="zh-TW" altLang="en-US" dirty="0"/>
              <a:t>伸出去到戶外</a:t>
            </a:r>
            <a:r>
              <a:rPr kumimoji="1" lang="en-US" altLang="zh-TW" dirty="0"/>
              <a:t>,</a:t>
            </a:r>
            <a:r>
              <a:rPr kumimoji="1" lang="zh-TW" altLang="en-US" dirty="0"/>
              <a:t>表示此空間非密閉</a:t>
            </a:r>
          </a:p>
        </p:txBody>
      </p:sp>
    </p:spTree>
    <p:extLst>
      <p:ext uri="{BB962C8B-B14F-4D97-AF65-F5344CB8AC3E}">
        <p14:creationId xmlns:p14="http://schemas.microsoft.com/office/powerpoint/2010/main" val="66957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4233A8-A2DB-4B68-9D30-5612F98B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熱水器強排出口特殊情況</a:t>
            </a:r>
            <a:r>
              <a:rPr lang="en-US" altLang="zh-TW" dirty="0"/>
              <a:t>(</a:t>
            </a:r>
            <a:r>
              <a:rPr lang="zh-TW" altLang="en-US" dirty="0"/>
              <a:t>不易拍攝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58FD522-8314-4A0A-8BA1-9837AD830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1058" y="1758155"/>
            <a:ext cx="5725987" cy="4267481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648DBCE-A1FC-479E-B831-FE7F8EFE2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68" y="1758155"/>
            <a:ext cx="3225258" cy="426748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7DA63DB-D4A8-4CA1-9E50-E7884F04A90A}"/>
              </a:ext>
            </a:extLst>
          </p:cNvPr>
          <p:cNvSpPr txBox="1"/>
          <p:nvPr/>
        </p:nvSpPr>
        <p:spPr>
          <a:xfrm>
            <a:off x="680368" y="6211669"/>
            <a:ext cx="892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如遇到強排出口照片無法拍攝</a:t>
            </a:r>
            <a:r>
              <a:rPr lang="en-US" altLang="zh-TW" dirty="0"/>
              <a:t>,</a:t>
            </a:r>
            <a:r>
              <a:rPr lang="zh-TW" altLang="en-US" dirty="0"/>
              <a:t>這邊可在圖片上押字</a:t>
            </a:r>
            <a:r>
              <a:rPr lang="en-US" altLang="zh-TW" dirty="0"/>
              <a:t>,(</a:t>
            </a:r>
            <a:r>
              <a:rPr lang="zh-TW" altLang="en-US" dirty="0">
                <a:solidFill>
                  <a:srgbClr val="FF0000"/>
                </a:solidFill>
              </a:rPr>
              <a:t>熱水器強排出口不易拍攝</a:t>
            </a:r>
            <a:r>
              <a:rPr lang="en-US" altLang="zh-TW" dirty="0"/>
              <a:t>),</a:t>
            </a:r>
            <a:r>
              <a:rPr lang="zh-TW" altLang="en-US" dirty="0"/>
              <a:t>繳回合約時</a:t>
            </a:r>
            <a:r>
              <a:rPr lang="en-US" altLang="zh-TW" dirty="0"/>
              <a:t>,</a:t>
            </a:r>
            <a:r>
              <a:rPr lang="zh-TW" altLang="en-US" dirty="0">
                <a:solidFill>
                  <a:srgbClr val="FF0000"/>
                </a:solidFill>
              </a:rPr>
              <a:t>表二的熱水器照片旁需蓋上公司大章</a:t>
            </a:r>
          </a:p>
        </p:txBody>
      </p:sp>
    </p:spTree>
    <p:extLst>
      <p:ext uri="{BB962C8B-B14F-4D97-AF65-F5344CB8AC3E}">
        <p14:creationId xmlns:p14="http://schemas.microsoft.com/office/powerpoint/2010/main" val="275195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373</Words>
  <Application>Microsoft Office PowerPoint</Application>
  <PresentationFormat>寬螢幕</PresentationFormat>
  <Paragraphs>34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大門口與門牌拍攝規則</vt:lpstr>
      <vt:lpstr>出入口及樓梯拍攝</vt:lpstr>
      <vt:lpstr>衛浴拍攝</vt:lpstr>
      <vt:lpstr>偵煙器</vt:lpstr>
      <vt:lpstr>滅火器</vt:lpstr>
      <vt:lpstr>熱水器（電熱水器）</vt:lpstr>
      <vt:lpstr>熱水器（室內）</vt:lpstr>
      <vt:lpstr>熱水器（室外）</vt:lpstr>
      <vt:lpstr>熱水器強排出口特殊情況(不易拍攝)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熱水器（電熱水器）</dc:title>
  <dc:creator>Microsoft Office User</dc:creator>
  <cp:lastModifiedBy>張願鳳</cp:lastModifiedBy>
  <cp:revision>12</cp:revision>
  <dcterms:created xsi:type="dcterms:W3CDTF">2026-05-16T06:50:58Z</dcterms:created>
  <dcterms:modified xsi:type="dcterms:W3CDTF">2026-05-16T08:39:27Z</dcterms:modified>
</cp:coreProperties>
</file>